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Sora Light" panose="020B0604020202020204" charset="0"/>
      <p:regular r:id="rId13"/>
    </p:embeddedFont>
    <p:embeddedFont>
      <p:font typeface="Sora Semi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9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1360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3422571"/>
            <a:ext cx="622351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Ride-Hailing Insights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460200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 analysis to improve operations, satisfaction, and revenue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03311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3070741"/>
            <a:ext cx="3705344" cy="1627942"/>
          </a:xfrm>
          <a:prstGeom prst="roundRect">
            <a:avLst>
              <a:gd name="adj" fmla="val 5590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2504" y="329493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Workflow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82504" y="3781068"/>
            <a:ext cx="325695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Excel → SQL → Power BI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680228" y="3070741"/>
            <a:ext cx="3705463" cy="1627942"/>
          </a:xfrm>
          <a:prstGeom prst="roundRect">
            <a:avLst>
              <a:gd name="adj" fmla="val 5590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04423" y="329493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04423" y="3781068"/>
            <a:ext cx="325707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Turn raw bookings into actionable insights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309" y="4915257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2504" y="513945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Outcomes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2504" y="5625584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Efficiency, satisfaction, revenue optimization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2512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Data Summary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306479"/>
            <a:ext cx="8338899" cy="46541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3466" y="309645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Dataset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3466" y="3669268"/>
            <a:ext cx="42461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Rows: 30,000 · Columns: 19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33466" y="423255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Key fields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33466" y="4805362"/>
            <a:ext cx="4246126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Date, Booking_ID, Status, Vehicle_Type, Pickup, Drop, Booking_Value, Payment_Method, Dist., Ratings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280398"/>
            <a:ext cx="742866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SQL Questions Answered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4709" y="2318028"/>
            <a:ext cx="541615" cy="5416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57073" y="2318028"/>
            <a:ext cx="303740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Successful Bookings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057073" y="2804160"/>
            <a:ext cx="68150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Retrieve all successful bookings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44709" y="3584138"/>
            <a:ext cx="541615" cy="5416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57073" y="35841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Avg Distance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057073" y="4070271"/>
            <a:ext cx="68150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Average ride distance by vehicle type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4709" y="4850249"/>
            <a:ext cx="541615" cy="5416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57073" y="4850249"/>
            <a:ext cx="354020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Customer Cancellations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057073" y="5336381"/>
            <a:ext cx="68150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Total cancelled rides by customers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4709" y="6116360"/>
            <a:ext cx="541615" cy="54161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057073" y="61163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Top Customers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057073" y="6602492"/>
            <a:ext cx="68150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Top 5 by ride count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67997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More SQL Answers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309" y="2825948"/>
            <a:ext cx="541615" cy="541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3638312"/>
            <a:ext cx="297787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Driver Cancellations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4124444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Count by personal &amp; car issues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0574" y="2825948"/>
            <a:ext cx="541615" cy="5416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0574" y="363831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Ratings Range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0574" y="4124444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Max/min driver ratings for Prime Sedan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309" y="4904423"/>
            <a:ext cx="541615" cy="5416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8309" y="571678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UPI Payments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58309" y="6202918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Retrieve rides paid via UPI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0574" y="4904423"/>
            <a:ext cx="541615" cy="54161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0574" y="571678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Booking Value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0574" y="6202918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Total booking value for completed rides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34358"/>
            <a:ext cx="620351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Power BI Dashboards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929" y="2820114"/>
            <a:ext cx="3144679" cy="314467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3844" y="2820114"/>
            <a:ext cx="3144679" cy="3144679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1758" y="2820114"/>
            <a:ext cx="3144679" cy="3144679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673" y="2820114"/>
            <a:ext cx="3144798" cy="314479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58309" y="6348413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Interactive visuals for operational decisions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34358"/>
            <a:ext cx="67708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Additional Dashboards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929" y="2820114"/>
            <a:ext cx="3144679" cy="314467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3844" y="2820114"/>
            <a:ext cx="3144679" cy="3144679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1758" y="2820114"/>
            <a:ext cx="3144679" cy="3144679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673" y="2820114"/>
            <a:ext cx="3144798" cy="314479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58309" y="6348413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Focus: cancellations, revenue, top customers, distance patterns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1354" y="655558"/>
            <a:ext cx="4398288" cy="549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Problems Solved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071354" y="1649254"/>
            <a:ext cx="7974092" cy="1196578"/>
          </a:xfrm>
          <a:prstGeom prst="roundRect">
            <a:avLst>
              <a:gd name="adj" fmla="val 9170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071354" y="1626394"/>
            <a:ext cx="7974092" cy="91440"/>
          </a:xfrm>
          <a:prstGeom prst="roundRect">
            <a:avLst>
              <a:gd name="adj" fmla="val 76770"/>
            </a:avLst>
          </a:prstGeom>
          <a:solidFill>
            <a:srgbClr val="DA1B2E"/>
          </a:solidFill>
          <a:ln/>
        </p:spPr>
      </p:sp>
      <p:sp>
        <p:nvSpPr>
          <p:cNvPr id="6" name="Shape 3"/>
          <p:cNvSpPr/>
          <p:nvPr/>
        </p:nvSpPr>
        <p:spPr>
          <a:xfrm>
            <a:off x="9807714" y="1398627"/>
            <a:ext cx="501372" cy="501372"/>
          </a:xfrm>
          <a:prstGeom prst="roundRect">
            <a:avLst>
              <a:gd name="adj" fmla="val 182380"/>
            </a:avLst>
          </a:prstGeom>
          <a:solidFill>
            <a:srgbClr val="DA1B2E"/>
          </a:solidFill>
          <a:ln/>
        </p:spPr>
      </p:sp>
      <p:sp>
        <p:nvSpPr>
          <p:cNvPr id="7" name="Text 4"/>
          <p:cNvSpPr/>
          <p:nvPr/>
        </p:nvSpPr>
        <p:spPr>
          <a:xfrm>
            <a:off x="9958090" y="1524000"/>
            <a:ext cx="200501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61259" y="2067044"/>
            <a:ext cx="2199084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High Cancellations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261259" y="2419112"/>
            <a:ext cx="7594283" cy="236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Identified top reasons (customers &amp; drivers)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71354" y="3225284"/>
            <a:ext cx="7974092" cy="1196578"/>
          </a:xfrm>
          <a:prstGeom prst="roundRect">
            <a:avLst>
              <a:gd name="adj" fmla="val 9170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6071354" y="3202424"/>
            <a:ext cx="7974092" cy="91440"/>
          </a:xfrm>
          <a:prstGeom prst="roundRect">
            <a:avLst>
              <a:gd name="adj" fmla="val 76770"/>
            </a:avLst>
          </a:prstGeom>
          <a:solidFill>
            <a:srgbClr val="DA1B2E"/>
          </a:solidFill>
          <a:ln/>
        </p:spPr>
      </p:sp>
      <p:sp>
        <p:nvSpPr>
          <p:cNvPr id="12" name="Shape 9"/>
          <p:cNvSpPr/>
          <p:nvPr/>
        </p:nvSpPr>
        <p:spPr>
          <a:xfrm>
            <a:off x="9807714" y="2974658"/>
            <a:ext cx="501372" cy="501372"/>
          </a:xfrm>
          <a:prstGeom prst="roundRect">
            <a:avLst>
              <a:gd name="adj" fmla="val 182380"/>
            </a:avLst>
          </a:prstGeom>
          <a:solidFill>
            <a:srgbClr val="DA1B2E"/>
          </a:solidFill>
          <a:ln/>
        </p:spPr>
      </p:sp>
      <p:sp>
        <p:nvSpPr>
          <p:cNvPr id="13" name="Text 10"/>
          <p:cNvSpPr/>
          <p:nvPr/>
        </p:nvSpPr>
        <p:spPr>
          <a:xfrm>
            <a:off x="9958090" y="3100030"/>
            <a:ext cx="200501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2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261259" y="3643074"/>
            <a:ext cx="2199084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Revenue Leakage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261259" y="3995142"/>
            <a:ext cx="7594283" cy="236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Analyzed payment methods &amp; booking values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71354" y="4801314"/>
            <a:ext cx="7974092" cy="1196578"/>
          </a:xfrm>
          <a:prstGeom prst="roundRect">
            <a:avLst>
              <a:gd name="adj" fmla="val 9170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6071354" y="4778454"/>
            <a:ext cx="7974092" cy="91440"/>
          </a:xfrm>
          <a:prstGeom prst="roundRect">
            <a:avLst>
              <a:gd name="adj" fmla="val 76770"/>
            </a:avLst>
          </a:prstGeom>
          <a:solidFill>
            <a:srgbClr val="DA1B2E"/>
          </a:solidFill>
          <a:ln/>
        </p:spPr>
      </p:sp>
      <p:sp>
        <p:nvSpPr>
          <p:cNvPr id="18" name="Shape 15"/>
          <p:cNvSpPr/>
          <p:nvPr/>
        </p:nvSpPr>
        <p:spPr>
          <a:xfrm>
            <a:off x="9807714" y="4550688"/>
            <a:ext cx="501372" cy="501372"/>
          </a:xfrm>
          <a:prstGeom prst="roundRect">
            <a:avLst>
              <a:gd name="adj" fmla="val 182380"/>
            </a:avLst>
          </a:prstGeom>
          <a:solidFill>
            <a:srgbClr val="DA1B2E"/>
          </a:solidFill>
          <a:ln/>
        </p:spPr>
      </p:sp>
      <p:sp>
        <p:nvSpPr>
          <p:cNvPr id="19" name="Text 16"/>
          <p:cNvSpPr/>
          <p:nvPr/>
        </p:nvSpPr>
        <p:spPr>
          <a:xfrm>
            <a:off x="9958090" y="4676061"/>
            <a:ext cx="200501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3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261259" y="5219105"/>
            <a:ext cx="2294573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Customer Retention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261259" y="5571173"/>
            <a:ext cx="7594283" cy="236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Recognized top customers for loyalty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071354" y="6377345"/>
            <a:ext cx="7974092" cy="1196578"/>
          </a:xfrm>
          <a:prstGeom prst="roundRect">
            <a:avLst>
              <a:gd name="adj" fmla="val 9170"/>
            </a:avLst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6071354" y="6354485"/>
            <a:ext cx="7974092" cy="91440"/>
          </a:xfrm>
          <a:prstGeom prst="roundRect">
            <a:avLst>
              <a:gd name="adj" fmla="val 76770"/>
            </a:avLst>
          </a:prstGeom>
          <a:solidFill>
            <a:srgbClr val="DA1B2E"/>
          </a:solidFill>
          <a:ln/>
        </p:spPr>
      </p:sp>
      <p:sp>
        <p:nvSpPr>
          <p:cNvPr id="24" name="Shape 21"/>
          <p:cNvSpPr/>
          <p:nvPr/>
        </p:nvSpPr>
        <p:spPr>
          <a:xfrm>
            <a:off x="9807714" y="6126718"/>
            <a:ext cx="501372" cy="501372"/>
          </a:xfrm>
          <a:prstGeom prst="roundRect">
            <a:avLst>
              <a:gd name="adj" fmla="val 182380"/>
            </a:avLst>
          </a:prstGeom>
          <a:solidFill>
            <a:srgbClr val="DA1B2E"/>
          </a:solidFill>
          <a:ln/>
        </p:spPr>
      </p:sp>
      <p:sp>
        <p:nvSpPr>
          <p:cNvPr id="25" name="Text 22"/>
          <p:cNvSpPr/>
          <p:nvPr/>
        </p:nvSpPr>
        <p:spPr>
          <a:xfrm>
            <a:off x="9958090" y="6252091"/>
            <a:ext cx="200501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4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6261259" y="6795135"/>
            <a:ext cx="2199084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Service Quality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261259" y="7147203"/>
            <a:ext cx="7594283" cy="236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Compared driver &amp; customer ratings by vehicle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794986"/>
            <a:ext cx="730555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Business Value Delivered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3076337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48726" y="3150751"/>
            <a:ext cx="284535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Efficiency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948726" y="3723561"/>
            <a:ext cx="284535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Reduced failed rides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44709" y="4503539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8726" y="4577953"/>
            <a:ext cx="284535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Customer Insights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948726" y="5150763"/>
            <a:ext cx="284535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Loyalty &amp; personalization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0330339" y="3076337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034355" y="3150751"/>
            <a:ext cx="284535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Revenue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034355" y="3723561"/>
            <a:ext cx="284535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Optimized payments &amp; value tracking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10330339" y="4850249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034355" y="4924663"/>
            <a:ext cx="284535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Strategy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034355" y="5497473"/>
            <a:ext cx="284535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Data-driven planning &amp; competitive edge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622941"/>
            <a:ext cx="596646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Impact &amp; Next Steps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2660571"/>
            <a:ext cx="7627382" cy="30089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31299" y="3702656"/>
            <a:ext cx="1517293" cy="434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Reduce Cancellations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431299" y="4196034"/>
            <a:ext cx="1517293" cy="330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Fix top cancellation reasons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9317652" y="3803579"/>
            <a:ext cx="1517293" cy="434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Improve Satisfaction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9317652" y="4296958"/>
            <a:ext cx="1517293" cy="330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Target loyalty offers and support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226024" y="3702656"/>
            <a:ext cx="1517293" cy="217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Grow Revenue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1226024" y="3978705"/>
            <a:ext cx="1517293" cy="330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Monitor KPIs and scale wins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244709" y="5913239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Actions: implement fixes for top cancellation reasons, target loyalty offers, monitor KPIs in Power BI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</Words>
  <Application>Microsoft Office PowerPoint</Application>
  <PresentationFormat>Custom</PresentationFormat>
  <Paragraphs>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Sora Semi Bold</vt:lpstr>
      <vt:lpstr>Sora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sk jahir</cp:lastModifiedBy>
  <cp:revision>1</cp:revision>
  <dcterms:created xsi:type="dcterms:W3CDTF">2026-02-19T04:44:47Z</dcterms:created>
  <dcterms:modified xsi:type="dcterms:W3CDTF">2026-02-19T05:51:38Z</dcterms:modified>
</cp:coreProperties>
</file>